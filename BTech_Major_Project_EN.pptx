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A2F5E">
              <a:alpha val="60000"/>
            </a:srgbClr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 —  MAJOR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Goes Here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one-line description of the project — domain / technology / goal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32004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00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F"/>
                </a:solidFill>
              </a:rPr>
              <a:t>Presented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Your Name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F"/>
                </a:solidFill>
              </a:rPr>
              <a:t>Guided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Prof. / Dr. Guide Name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0AECF"/>
                </a:solidFill>
              </a:rPr>
              <a:t>Department of [Branch]  |  [College Name]  |  [Year]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24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1069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124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Results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32120" y="2039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867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2057400"/>
            <a:ext cx="2377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introduce the domain and area your project belongs 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92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621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context of the problem — what gap or challenge exists in this domain.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435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1764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what needs to be solved and why it is important.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560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907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main goal of this project in one or two crisp sentences.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7033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721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40507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work matter? Who benefits — users, society, or industry?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et al. (2022)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 or finding — briefly describe what was novel.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8892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B et al. (2023)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91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used and its limitation that your work addresses.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 et al. (2023)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316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6642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or result relevant to your 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41148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 et al. (2024)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191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5387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or benchmark that supports your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System /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73736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datasets, 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2044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0352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 used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086600" y="1609344"/>
            <a:ext cx="365760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split, folds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1188720"/>
            <a:ext cx="914400" cy="91440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5236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Output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43800" y="2880360"/>
            <a:ext cx="1554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90779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results, demo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Update steps with your actual methodology — you may also insert a flowchart or block diagram here.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2120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Architecture Diagram here 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using Draw.io / Lucidchart / Figma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insert a screenshot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 →  Back-end  →  Database  →  Output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896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3258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3258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3624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HTML-CSS / Flutter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0116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0482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22860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Django / Flask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6974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6974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7340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971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 / Firebase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3832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33832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419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ML/AI Module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6576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TensorFlow / PyTorch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40690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06908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1056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43434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/ Heroku / Localhost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 &amp;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320040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/ Demo Image Here ]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screenshot or output of your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088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0" y="1435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87452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911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7340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69280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520440"/>
            <a:ext cx="32004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5570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0" y="3904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/ Precision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XX values with your actual results. Add a chart (accuracy/loss curve) if applicable.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Testing &amp;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22860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/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868680"/>
            <a:ext cx="1828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88696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1828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88696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868680"/>
            <a:ext cx="22860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8869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28016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2984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TC-01: User Login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128016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2984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8016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984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loaded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28016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2984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87452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8928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TC-02: Data Input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187452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8928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87452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8928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result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87452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8928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48716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TC-03: Edge Case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246888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4871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46888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4871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shown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46888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48716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06324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815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TC-04: [Module Name]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06324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3081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063240"/>
            <a:ext cx="18288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081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063240"/>
            <a:ext cx="228600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30815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6758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TC-05: Performance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0" y="365760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36758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 response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657600"/>
            <a:ext cx="1828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36758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sec avg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3657600"/>
            <a:ext cx="2286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6758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06240" cy="3200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2062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successfully addressed the defined problem.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[X]% accuracy on the test dataset.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outperforms existing approaches by [X]%.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ready for real-world deployment.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3200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42062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69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361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cross-platform mobile application (Android / iOS).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93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cloud infrastructure for scalability.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505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multilingual and multi-modal support.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9077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advanced deep learning models for improved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Author(s), "Paper Title," Journal/Conference Name, vol. X, pp. XX–XX, Year.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Author(s), "Paper Title," in Proc. Conference Name, City, Year, pp. XX–XX.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Author(s), Book Title, Edition, Publisher, Year.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Author(s), "Paper Title," Journal Name, vol. X, no. Y, pp. XX–XX, Year.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Website Name, "Article Title," [Online]. Available: https://www.example.com. [Accessed: DD-MMM-YYYY].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457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Author(s), "Research Paper Title," arXiv:XXXX.XXXXX, Year.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2F5E">
              <a:alpha val="70000"/>
            </a:srgbClr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A2F5E">
              <a:alpha val="60000"/>
            </a:srgbClr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Discussions Welcome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Name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  |  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email@example.com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  |  </a:t>
            </a:r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Roll No: XXXXXX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[Branch]  •  [College Name]  •  [Year]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 Final Year Major Project</dc:title>
  <dc:subject>PptxGenJS Presentation</dc:subject>
  <dc:creator>PptxGenJS</dc:creator>
  <cp:lastModifiedBy>PptxGenJS</cp:lastModifiedBy>
  <cp:revision>1</cp:revision>
  <dcterms:created xsi:type="dcterms:W3CDTF">2026-05-21T09:35:09Z</dcterms:created>
  <dcterms:modified xsi:type="dcterms:W3CDTF">2026-05-21T09:35:09Z</dcterms:modified>
</cp:coreProperties>
</file>